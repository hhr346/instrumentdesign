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7" r:id="rId5"/>
    <p:sldId id="268" r:id="rId6"/>
    <p:sldId id="263" r:id="rId7"/>
    <p:sldId id="264" r:id="rId8"/>
    <p:sldId id="265" r:id="rId9"/>
    <p:sldId id="273" r:id="rId10"/>
    <p:sldId id="274" r:id="rId11"/>
    <p:sldId id="276" r:id="rId12"/>
    <p:sldId id="26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逆运动学分析和装配图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侯红日</a:t>
            </a:r>
            <a:r>
              <a:rPr lang="en-US" altLang="zh-CN"/>
              <a:t>PB19050979</a:t>
            </a:r>
            <a:endParaRPr lang="en-US" altLang="zh-CN"/>
          </a:p>
          <a:p>
            <a:r>
              <a:rPr lang="en-US" altLang="zh-CN"/>
              <a:t>2022.11.20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75895" y="0"/>
            <a:ext cx="35356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逆运动学分析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图片 1" descr="IMG_1631(20221115-00071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5" y="984250"/>
            <a:ext cx="10058400" cy="4376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75895" y="0"/>
            <a:ext cx="35356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逆运动学分析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图片 2" descr="IMG_1630(20221115-000704)"/>
          <p:cNvPicPr>
            <a:picLocks noChangeAspect="1"/>
          </p:cNvPicPr>
          <p:nvPr/>
        </p:nvPicPr>
        <p:blipFill>
          <a:blip r:embed="rId1"/>
          <a:srcRect b="11770"/>
          <a:stretch>
            <a:fillRect/>
          </a:stretch>
        </p:blipFill>
        <p:spPr>
          <a:xfrm>
            <a:off x="1235075" y="808355"/>
            <a:ext cx="7880350" cy="56026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75895" y="0"/>
            <a:ext cx="35356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逆运动学分析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图片 2" descr="IMG_1629(20221115-00060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05" y="814705"/>
            <a:ext cx="6754495" cy="5763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47650" y="0"/>
            <a:ext cx="40944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运动学代码实现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4020" y="768350"/>
            <a:ext cx="544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Matlab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实现逆运动学的输入坐标，输出角度的功能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06855"/>
            <a:ext cx="1873250" cy="5200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05" y="1090930"/>
            <a:ext cx="5424805" cy="5726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89230" y="0"/>
            <a:ext cx="35356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工作空间分析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8295" y="936625"/>
            <a:ext cx="8641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在分析逆运动学的角度时存在超出可达范围的点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，直接按照公式计算可能存在问题；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进一步分析其工作空间，还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可引入工作角度的限制范围；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235" y="1311275"/>
            <a:ext cx="3379470" cy="26485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235" y="4016375"/>
            <a:ext cx="3358515" cy="25507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1746885"/>
            <a:ext cx="4781550" cy="4606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50520" y="43815"/>
            <a:ext cx="18592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装配图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1183005"/>
            <a:ext cx="2620645" cy="20974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755" y="1080135"/>
            <a:ext cx="2592705" cy="21247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930" y="1080135"/>
            <a:ext cx="2916555" cy="21443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05" y="3938270"/>
            <a:ext cx="3494405" cy="21177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3938270"/>
            <a:ext cx="4654550" cy="2108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50520" y="43815"/>
            <a:ext cx="18592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装配图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520" y="1188720"/>
            <a:ext cx="2327910" cy="50399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875" y="1188085"/>
            <a:ext cx="2274570" cy="49650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488950"/>
            <a:ext cx="2552700" cy="5664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620" y="43815"/>
            <a:ext cx="277495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50520" y="43815"/>
            <a:ext cx="18592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装配图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0" y="1159510"/>
            <a:ext cx="4959350" cy="5054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755" y="1159510"/>
            <a:ext cx="5880100" cy="5041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50520" y="43815"/>
            <a:ext cx="18592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装配图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22555" y="58420"/>
            <a:ext cx="24180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后期工作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9730" y="1456055"/>
            <a:ext cx="602488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进一步细化建模的模型，完善装配图的相关标注；</a:t>
            </a:r>
            <a:endParaRPr lang="zh-CN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进行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Simulink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的姿态分析；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lang="zh-CN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进行零件的工艺设计，编写工艺卡片</a:t>
            </a:r>
            <a:r>
              <a:rPr lang="zh-CN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；</a:t>
            </a:r>
            <a:endParaRPr lang="zh-CN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lang="zh-CN" altLang="en-US">
            <a:latin typeface="黑体" panose="02010609060101010101" charset="-122"/>
            <a:ea typeface="黑体" panose="02010609060101010101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WPS 演示</Application>
  <PresentationFormat>宽屏</PresentationFormat>
  <Paragraphs>36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黑体</vt:lpstr>
      <vt:lpstr>微软雅黑</vt:lpstr>
      <vt:lpstr>Calibri</vt:lpstr>
      <vt:lpstr>Arial Unicode MS</vt:lpstr>
      <vt:lpstr>Office 主题</vt:lpstr>
      <vt:lpstr>逆运动学分析和装配图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HHR</dc:creator>
  <cp:lastModifiedBy>樵夫</cp:lastModifiedBy>
  <cp:revision>13</cp:revision>
  <dcterms:created xsi:type="dcterms:W3CDTF">2022-10-06T02:41:00Z</dcterms:created>
  <dcterms:modified xsi:type="dcterms:W3CDTF">2022-11-22T03:19:40Z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2052-11.1.0.9914</vt:lpwstr>
  </property>
</Properties>
</file>